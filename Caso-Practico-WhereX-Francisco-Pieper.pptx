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foco de estos 30 minutos es CÓMO abordé el problema y cómo lo resolví, no un catálogo de features.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Contar la experiencia en primera persona. La autenticidad hace creíble todo lo que sigue.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Estos tres incidentes son el origen del diseño. Cada uno se convierte en una restricción concreta del solver.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Múltiples actores con objetivos incompatibles: eso es lo que hace que no baste con ordenar por fecha.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punto que más quiero transmitir: no inventé los datos. Fui al reglamento oficial y eso corrigió tres supuestos míos.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cálculo agregado engaña: en total sobra cancha. Pero la localía concentra la demanda en recintos puntuales. Viña es el caso extremo.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Convierte información dispersa en un calendario semestral publicable y explicado.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distincion duras/blandas es el corazon del modelo. Ojo con la segunda dura: la localia no viene fija, es una variable de decision acotada por equidad. Elegir localia es elegir recinto, y por lo tanto redistribuir la contencion.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clave si preguntan por IA: no es que uso un LLM, es que decidí deliberadamente dónde no usarlo.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reencuadre clave del producto: de planificador batch a asistente que mantiene el plan vivo. Es tambien lo mas parecido a lo que hace WhereX.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pureza del motor es la decisión arquitectónica que más defiendo. El framework es un detalle de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métrica de tiempo de armado le importa al organizador; las otras me importan a mí como ingeniero.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contraste ES la demo: corro el naive, se ve el desastre, corro el solver y se arregla, con los mismos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preguntan cómo uso IA para desarrollar, esta es la respuesta. El ejemplo del QA es concreto y verificable.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slide es la que más dice de mi criterio: distingo una restricción real de una imaginaria y nombro el umbral donde cambiaría de opinión.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Dejar los 15 minutos de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663440"/>
            <a:ext cx="2743200" cy="2743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PRÁCTICO · PRODUCT ENGINEER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224028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Planificar un torneo de hockey</a:t>
            </a:r>
            <a:endParaRPr lang="en-US" sz="37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que el calendario sea el problema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8D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abordé un problema real de coordinación y lo convertí en una solución funcional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52578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 Pieper Caussade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56235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DEFINICIÓN DEL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Juego hockey césped hace años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Sport Francés · Varones Adulto Primera División · Torneo FEHOCH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2560320" cy="3108960"/>
          </a:xfrm>
          <a:prstGeom prst="roundRect">
            <a:avLst>
              <a:gd name="adj" fmla="val 2143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2688" y="2560320"/>
            <a:ext cx="621792" cy="62179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25603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32688" y="34290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Semestral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32688" y="384048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campeonato dura un semestre completo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429000" y="2240280"/>
            <a:ext cx="2560320" cy="3108960"/>
          </a:xfrm>
          <a:prstGeom prst="roundRect">
            <a:avLst>
              <a:gd name="adj" fmla="val 2143"/>
            </a:avLst>
          </a:prstGeom>
          <a:solidFill>
            <a:srgbClr val="EAF0E7"/>
          </a:solidFill>
          <a:ln w="12700">
            <a:solidFill>
              <a:srgbClr val="EAF0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21608" y="2560320"/>
            <a:ext cx="621792" cy="62179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3721608" y="25603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21608" y="34290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rígida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3721608" y="384048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sábado y domingo, de 08:00 a 19:00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2240280"/>
            <a:ext cx="2560320" cy="3108960"/>
          </a:xfrm>
          <a:prstGeom prst="roundRect">
            <a:avLst>
              <a:gd name="adj" fmla="val 2143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10528" y="2560320"/>
            <a:ext cx="621792" cy="62179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7" name="Text 15"/>
          <p:cNvSpPr/>
          <p:nvPr/>
        </p:nvSpPr>
        <p:spPr>
          <a:xfrm>
            <a:off x="6510528" y="25603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510528" y="34290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 escaso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510528" y="384048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Pocas canchas para muchas categorías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006840" y="2240280"/>
            <a:ext cx="2560320" cy="3108960"/>
          </a:xfrm>
          <a:prstGeom prst="roundRect">
            <a:avLst>
              <a:gd name="adj" fmla="val 2143"/>
            </a:avLst>
          </a:prstGeom>
          <a:solidFill>
            <a:srgbClr val="EAF0E7"/>
          </a:solidFill>
          <a:ln w="12700">
            <a:solidFill>
              <a:srgbClr val="EAF0E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99448" y="2560320"/>
            <a:ext cx="621792" cy="62179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2" name="Text 20"/>
          <p:cNvSpPr/>
          <p:nvPr/>
        </p:nvSpPr>
        <p:spPr>
          <a:xfrm>
            <a:off x="9299448" y="25603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299448" y="34290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Hecho a mano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299448" y="384048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persona lo arma en una planilla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Elegí este problema porque lo vivo: sé dónde duele y por qué las soluciones obvias fallan.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DEFINICIÓN DEL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cosas que pasaron de verdad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157984"/>
            <a:ext cx="566928" cy="566928"/>
          </a:xfrm>
          <a:prstGeom prst="ellipse">
            <a:avLst/>
          </a:prstGeom>
          <a:solidFill>
            <a:srgbClr val="C1553F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579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37360" y="22128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C15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Partidos en fechas imposibles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5486400" y="20574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agendaron partidos el Día de la Madre y a la hora de la final del Mundial. Resultado: la gente no llega.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EAF0E7"/>
          </a:solidFill>
          <a:ln w="12700">
            <a:solidFill>
              <a:srgbClr val="EAF0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575304"/>
            <a:ext cx="566928" cy="566928"/>
          </a:xfrm>
          <a:prstGeom prst="ellipse">
            <a:avLst/>
          </a:prstGeom>
          <a:solidFill>
            <a:srgbClr val="C1553F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5753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737360" y="36301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C15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Recuperaciones nocturnas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5486400" y="34747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equipo pide cambiar su horario y el partido termina un martes por la noche. Mucha gente no puede por trabajo.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66344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4992624"/>
            <a:ext cx="566928" cy="566928"/>
          </a:xfrm>
          <a:prstGeom prst="ellipse">
            <a:avLst/>
          </a:prstGeom>
          <a:solidFill>
            <a:srgbClr val="C1553F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9926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737360" y="504748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C15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“Hora a definir”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5486400" y="48920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fechas lejanas quedan sin hora asignada. Nadie puede organizarse con anticipación.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i="1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son hipótesis. Son incidentes que motivaron cada restricción del sistema.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DEFINICIÓN DEL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actores que quieren cosas distintas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560320" cy="3429000"/>
          </a:xfrm>
          <a:prstGeom prst="roundRect">
            <a:avLst>
              <a:gd name="adj" fmla="val 2143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00200" y="2240280"/>
            <a:ext cx="640080" cy="64008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160020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31089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Equipos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822960" y="361188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Buenos horarios.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jugar a las 8 am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los mismos.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29000" y="1920240"/>
            <a:ext cx="2560320" cy="3429000"/>
          </a:xfrm>
          <a:prstGeom prst="roundRect">
            <a:avLst>
              <a:gd name="adj" fmla="val 2143"/>
            </a:avLst>
          </a:prstGeom>
          <a:solidFill>
            <a:srgbClr val="EAF0E7"/>
          </a:solidFill>
          <a:ln w="12700">
            <a:solidFill>
              <a:srgbClr val="EAF0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9120" y="2240280"/>
            <a:ext cx="640080" cy="64008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429000" y="31089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Árbitros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3611880" y="361188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por partido.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choques y sin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huecos muertos.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1920240"/>
            <a:ext cx="2560320" cy="3429000"/>
          </a:xfrm>
          <a:prstGeom prst="roundRect">
            <a:avLst>
              <a:gd name="adj" fmla="val 2143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78040" y="2240280"/>
            <a:ext cx="640080" cy="64008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717804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217920" y="31089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Clubes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6400800" y="361188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Agrupar a todos sus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equipos el mismo día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en el mismo recinto.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06840" y="1920240"/>
            <a:ext cx="2560320" cy="3429000"/>
          </a:xfrm>
          <a:prstGeom prst="roundRect">
            <a:avLst>
              <a:gd name="adj" fmla="val 2143"/>
            </a:avLst>
          </a:prstGeom>
          <a:solidFill>
            <a:srgbClr val="EAF0E7"/>
          </a:solidFill>
          <a:ln w="12700">
            <a:solidFill>
              <a:srgbClr val="EAF0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66960" y="2240280"/>
            <a:ext cx="640080" cy="64008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1" name="Text 19"/>
          <p:cNvSpPr/>
          <p:nvPr/>
        </p:nvSpPr>
        <p:spPr>
          <a:xfrm>
            <a:off x="996696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006840" y="31089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Federación</a:t>
            </a:r>
            <a:endParaRPr lang="en-US" sz="1750" dirty="0"/>
          </a:p>
        </p:txBody>
      </p:sp>
      <p:sp>
        <p:nvSpPr>
          <p:cNvPr id="23" name="Text 21"/>
          <p:cNvSpPr/>
          <p:nvPr/>
        </p:nvSpPr>
        <p:spPr>
          <a:xfrm>
            <a:off x="9189720" y="361188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Llenar las canchas 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cumplir compromisos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televisión.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conflicto entre estos objetivos es el problema. Si todos quisieran lo mismo, sería una planilla.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3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LO ABORDÉ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Primero entender el dominio.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Después escribir código.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214884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C8D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tocar el editor busqué el reglamento oficial de la Federación Chilena de Hockey y modelé el problema con datos reales.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502920" cy="50292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3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25880" y="3182112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Reglamento FEHOCH 2026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25880" y="3511296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Duraciones, categorías, equipos y reglas operativas reales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4114800"/>
            <a:ext cx="502920" cy="50292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4114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3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25880" y="4096512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Supuestos corregidos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25880" y="4425696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cosas que yo creía y estaban mal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5029200"/>
            <a:ext cx="502920" cy="50292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5029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3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25880" y="5010912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escrito antes del código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25880" y="5340096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plan que define el alcance y lo que NO se construye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772400" y="2103120"/>
            <a:ext cx="3749040" cy="3794760"/>
          </a:xfrm>
          <a:prstGeom prst="roundRect">
            <a:avLst>
              <a:gd name="adj" fmla="val 1463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cambió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 leer el reglamento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8092440" y="333756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duración NO es única: varía por categoría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092440" y="41148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localía manda: el partido va al recinto del equipo local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092440" y="489204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Viña tiene UNA cancha para la localía de tres clubes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HALLAZGO QUE DEFINIÓ EL DISEÑO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capacidad total alcanza.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cuellos de botella, no.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3474720" cy="2606040"/>
          </a:xfrm>
          <a:prstGeom prst="roundRect">
            <a:avLst>
              <a:gd name="adj" fmla="val 2105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~1.000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partidos en un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semestre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2514600"/>
            <a:ext cx="3474720" cy="2606040"/>
          </a:xfrm>
          <a:prstGeom prst="roundRect">
            <a:avLst>
              <a:gd name="adj" fmla="val 2105"/>
            </a:avLst>
          </a:prstGeom>
          <a:solidFill>
            <a:srgbClr val="EAF0E7"/>
          </a:solidFill>
          <a:ln w="12700">
            <a:solidFill>
              <a:srgbClr val="EAF0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278892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4526280" y="39776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canchas para varones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todo Santiago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2514600"/>
            <a:ext cx="3474720" cy="2606040"/>
          </a:xfrm>
          <a:prstGeom prst="roundRect">
            <a:avLst>
              <a:gd name="adj" fmla="val 2105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278892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8229600" y="39776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cancha en Viña para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localía de 3 clubes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agregado sobra capacidad. El problema son los cuellos de botella locales — y ahí es donde el criterio decide.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PROPUESTA DE SOLUCIÓN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asistente que arma el semestre completo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 el calendario del semestre y —lo importante— lo mantiene válido cada vez que algo cambia.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1945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542032"/>
            <a:ext cx="3931920" cy="3063240"/>
          </a:xfrm>
          <a:prstGeom prst="roundRect">
            <a:avLst>
              <a:gd name="adj" fmla="val 1791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788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Enfrentamientos del semestre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3375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Canchas y su regla de acceso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8862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 de árbitros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44348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Feriados y eventos masivos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49834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Preferencias en texto libre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46320" y="3840480"/>
            <a:ext cx="731520" cy="457200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0" y="21945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2542032"/>
            <a:ext cx="5577840" cy="3063240"/>
          </a:xfrm>
          <a:prstGeom prst="roundRect">
            <a:avLst>
              <a:gd name="adj" fmla="val 1791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63640" y="28346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completo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263640" y="31729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8D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partido con cancha, día y hora concretas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263640" y="3794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Justificación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263640" y="41330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8D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cada partido quedó donde quedó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263640" y="47548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263640" y="50932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8D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no se pudo satisfacer y por qué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PROPUESTA DE SOLUCIÓN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decide el sistema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069080"/>
          </a:xfrm>
          <a:prstGeom prst="roundRect">
            <a:avLst>
              <a:gd name="adj" fmla="val 1348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148840"/>
            <a:ext cx="502920" cy="502920"/>
          </a:xfrm>
          <a:prstGeom prst="ellipse">
            <a:avLst/>
          </a:prstGeom>
          <a:solidFill>
            <a:srgbClr val="C1553F"/>
          </a:solidFill>
          <a:ln/>
        </p:spPr>
      </p:sp>
      <p:sp>
        <p:nvSpPr>
          <p:cNvPr id="6" name="Text 4"/>
          <p:cNvSpPr/>
          <p:nvPr/>
        </p:nvSpPr>
        <p:spPr>
          <a:xfrm>
            <a:off x="1627632" y="217627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15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Restricciones duras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60120" y="2788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cumplen al 100%. Son invariantes: hay tests que lo comprueban.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0120" y="333756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partido va a la cancha de uno de los dos equipos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60120" y="375818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equipo, local en la mitad de sus partidos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60120" y="41788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equipo en dos partidos simultáneos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60120" y="459943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árbitros por partido, sin choques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60120" y="50200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en feriados ni eventos masivos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60120" y="544068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recuperaciones entre semana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1874520"/>
            <a:ext cx="5349240" cy="4069080"/>
          </a:xfrm>
          <a:prstGeom prst="roundRect">
            <a:avLst>
              <a:gd name="adj" fmla="val 1348"/>
            </a:avLst>
          </a:prstGeom>
          <a:solidFill>
            <a:srgbClr val="EAF0E7"/>
          </a:solidFill>
          <a:ln w="12700">
            <a:solidFill>
              <a:srgbClr val="EAF0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214884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7159752" y="217627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Restricciones blandas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492240" y="2788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cumplen siempre. Se maximizan con una función de puntaje.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92240" y="333756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fáciles de recordar: 13:00, 13:30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92240" y="375818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Equidad: repartir los horarios malos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92240" y="41788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Preferencia por sábado, alternando géneros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92240" y="459943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Categorías menores en las primeras horas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92240" y="50200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Agrupar los equipos de un mismo club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92240" y="544068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Minimizar huecos muertos de cancha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3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DECISIÓN DE DISEÑO MÁS IMPORTANTE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dejo que el modelo de lenguaje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arme el calendario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C8D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LLM no garantiza restricciones duras: puede poner dos partidos en la misma cancha a la misma hora y sonar convincente al explicarlo. Así que separé responsabilidades.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3291840"/>
            <a:ext cx="5349240" cy="2286000"/>
          </a:xfrm>
          <a:prstGeom prst="roundRect">
            <a:avLst>
              <a:gd name="adj" fmla="val 24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35204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 determinístico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60120" y="397764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 los partidos.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Garantiza factibilidad.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testeable y reproducible.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60120" y="5120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exige determinismo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3291840"/>
            <a:ext cx="5349240" cy="2286000"/>
          </a:xfrm>
          <a:prstGeom prst="roundRect">
            <a:avLst>
              <a:gd name="adj" fmla="val 2400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35204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LLM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92240" y="397764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 mensajes de WhatsApp.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 por qué un equipo quedó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una hora determinada.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92240" y="5120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exige lenguaje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es la superficie. El solver es la garantía. Usar IA con criterio es saber dónde NO usarla.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3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QUE DE VERDAD DUELE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Planificar es lo fácil.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Replanificar es lo difícil.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C8D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calendario inicial se arma una vez, sin apuro. Pero después empieza a moverse: un equipo pide cambio, llueve, un árbitro se cae. Cada cambio puede romper todo lo demás.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3291840"/>
            <a:ext cx="5349240" cy="2286000"/>
          </a:xfrm>
          <a:prstGeom prst="roundRect">
            <a:avLst>
              <a:gd name="adj" fmla="val 2400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35204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preguntan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397764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“¿Podemos mover el partido del sábado?”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“¿Cuándo juega mi equipo?”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“¿Por qué quedamos a las 8 am?”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20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entiende la pregunta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3291840"/>
            <a:ext cx="5349240" cy="2286000"/>
          </a:xfrm>
          <a:prstGeom prst="roundRect">
            <a:avLst>
              <a:gd name="adj" fmla="val 24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35204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hay que responder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92240" y="397764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alternativas son legales, cuál es la mejor,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qué se rompe si se elige cada una.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92240" y="5120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solver garantiza la respuesta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valor no está en armar el calendario. Está en mantenerlo válido cuando la realidad lo golpea.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ARQUITECTURA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funciona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377440" cy="1051560"/>
          </a:xfrm>
          <a:prstGeom prst="roundRect">
            <a:avLst>
              <a:gd name="adj" fmla="val 5217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2039112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del torneo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" y="2404872"/>
            <a:ext cx="21579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Fixture, canchas, árbitros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3127248"/>
            <a:ext cx="2377440" cy="1051560"/>
          </a:xfrm>
          <a:prstGeom prst="roundRect">
            <a:avLst>
              <a:gd name="adj" fmla="val 5217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3291840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libre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3657600"/>
            <a:ext cx="21579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Preferencias por WhatsApp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4379976"/>
            <a:ext cx="2377440" cy="1051560"/>
          </a:xfrm>
          <a:prstGeom prst="roundRect">
            <a:avLst>
              <a:gd name="adj" fmla="val 5217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4544568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49808" y="4910328"/>
            <a:ext cx="21579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Feriados, eventos, TV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154680" y="3383280"/>
            <a:ext cx="457200" cy="292608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4" name="Shape 12"/>
          <p:cNvSpPr/>
          <p:nvPr/>
        </p:nvSpPr>
        <p:spPr>
          <a:xfrm>
            <a:off x="3749040" y="2788920"/>
            <a:ext cx="2103120" cy="1463040"/>
          </a:xfrm>
          <a:prstGeom prst="roundRect">
            <a:avLst>
              <a:gd name="adj" fmla="val 3750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58768" y="2953512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LLM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858768" y="3319272"/>
            <a:ext cx="18836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8D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Traduce texto libre a restricciones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89320" y="3383280"/>
            <a:ext cx="457200" cy="292608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3680" y="2514600"/>
            <a:ext cx="2468880" cy="2011680"/>
          </a:xfrm>
          <a:prstGeom prst="roundRect">
            <a:avLst>
              <a:gd name="adj" fmla="val 2727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93408" y="2679192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scheduling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93408" y="3044952"/>
            <a:ext cx="22494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8D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TS puro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8D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+ búsqueda local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8D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de puntaje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189720" y="3383280"/>
            <a:ext cx="457200" cy="292608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2" name="Shape 20"/>
          <p:cNvSpPr/>
          <p:nvPr/>
        </p:nvSpPr>
        <p:spPr>
          <a:xfrm>
            <a:off x="9784080" y="1874520"/>
            <a:ext cx="1828800" cy="1051560"/>
          </a:xfrm>
          <a:prstGeom prst="roundRect">
            <a:avLst>
              <a:gd name="adj" fmla="val 5217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93808" y="2039112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893808" y="2404872"/>
            <a:ext cx="16093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Cancha × hora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784080" y="3127248"/>
            <a:ext cx="1828800" cy="1051560"/>
          </a:xfrm>
          <a:prstGeom prst="roundRect">
            <a:avLst>
              <a:gd name="adj" fmla="val 5217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93808" y="329184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Explicación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893808" y="3657600"/>
            <a:ext cx="16093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quedó así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784080" y="4379976"/>
            <a:ext cx="1828800" cy="1051560"/>
          </a:xfrm>
          <a:prstGeom prst="roundRect">
            <a:avLst>
              <a:gd name="adj" fmla="val 5217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893808" y="4544568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893808" y="4910328"/>
            <a:ext cx="16093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/ calendario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no sabe que existe la web: es un módulo TypeScript puro, sin dependencias de framework. Se puede testear aislado y mover a otro runtime sin tocarlo.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MIDO EL ÉXITO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tiene que pasar para decir que sirve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49240" cy="1783080"/>
          </a:xfrm>
          <a:prstGeom prst="roundRect">
            <a:avLst>
              <a:gd name="adj" fmla="val 3077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121408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960120" y="283464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partidos con hora concreta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318211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“hora a definir”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1920240"/>
            <a:ext cx="5349240" cy="1783080"/>
          </a:xfrm>
          <a:prstGeom prst="roundRect">
            <a:avLst>
              <a:gd name="adj" fmla="val 3077"/>
            </a:avLst>
          </a:prstGeom>
          <a:solidFill>
            <a:srgbClr val="EAF0E7"/>
          </a:solidFill>
          <a:ln w="12700">
            <a:solidFill>
              <a:srgbClr val="EAF0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2121408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6492240" y="283464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violaciones de restricciones duras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318211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Verificado con tests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977640"/>
            <a:ext cx="5349240" cy="1783080"/>
          </a:xfrm>
          <a:prstGeom prst="roundRect">
            <a:avLst>
              <a:gd name="adj" fmla="val 3077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178808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Horas → segundos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960120" y="489204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armado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60120" y="523951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cambio más tangible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3977640"/>
            <a:ext cx="5349240" cy="1783080"/>
          </a:xfrm>
          <a:prstGeom prst="roundRect">
            <a:avLst>
              <a:gd name="adj" fmla="val 3077"/>
            </a:avLst>
          </a:prstGeom>
          <a:solidFill>
            <a:srgbClr val="EAF0E7"/>
          </a:solidFill>
          <a:ln w="12700">
            <a:solidFill>
              <a:srgbClr val="EAF0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4178808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Menor varianza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492240" y="489204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horarios malos por equipo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92240" y="523951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Equidad medible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PROTOTIPO FUNCIONAL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baseline existe para mostrar el contraste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Construí primero un scheduler deliberadamente tonto que solo evita chocar canchas. Sirve como punto de comparación honesto.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349240" cy="3611880"/>
          </a:xfrm>
          <a:prstGeom prst="roundRect">
            <a:avLst>
              <a:gd name="adj" fmla="val 1519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468880"/>
            <a:ext cx="502920" cy="502920"/>
          </a:xfrm>
          <a:prstGeom prst="ellipse">
            <a:avLst/>
          </a:prstGeom>
          <a:solidFill>
            <a:srgbClr val="C1553F"/>
          </a:solidFill>
          <a:ln/>
        </p:spPr>
      </p:sp>
      <p:sp>
        <p:nvSpPr>
          <p:cNvPr id="7" name="Text 5"/>
          <p:cNvSpPr/>
          <p:nvPr/>
        </p:nvSpPr>
        <p:spPr>
          <a:xfrm>
            <a:off x="1627632" y="249631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15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optimizar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60120" y="3200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choques de equipo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60120" y="37033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equipo citado 3 veces a la vez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6012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28 partidos apretados el sábado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60120" y="4709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Domingo completamente vacío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60120" y="5257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15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Técnicamente válido. Humanamente inservible.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72200" y="2194560"/>
            <a:ext cx="5349240" cy="3611880"/>
          </a:xfrm>
          <a:prstGeom prst="roundRect">
            <a:avLst>
              <a:gd name="adj" fmla="val 1519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92240" y="2468880"/>
            <a:ext cx="502920" cy="50292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5" name="Text 13"/>
          <p:cNvSpPr/>
          <p:nvPr/>
        </p:nvSpPr>
        <p:spPr>
          <a:xfrm>
            <a:off x="7159752" y="249631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solver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492240" y="3200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choques de equipo y de árbitro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92240" y="37033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Horarios repartidos con equidad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9224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Sábado y domingo balanceados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92240" y="4709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decisión explicable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92240" y="5257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demo del jueves compara ambos sobre los mismos datos.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3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Dirigí al agente. No le delegué el criterio.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349240" cy="1600200"/>
          </a:xfrm>
          <a:prstGeom prst="roundRect">
            <a:avLst>
              <a:gd name="adj" fmla="val 3429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423160"/>
            <a:ext cx="457200" cy="45720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54480" y="244144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antes que código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960120" y="30175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Escribí el plan completo —alcance, restricciones, arquitectura— antes de generar una línea.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2148840"/>
            <a:ext cx="5349240" cy="1600200"/>
          </a:xfrm>
          <a:prstGeom prst="roundRect">
            <a:avLst>
              <a:gd name="adj" fmla="val 3429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92240" y="2423160"/>
            <a:ext cx="457200" cy="45720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86600" y="244144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Non-goals explícitos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492240" y="30175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instrucción al agente dice también qué NO construir. Sin eso, se dispersa.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5349240" cy="1600200"/>
          </a:xfrm>
          <a:prstGeom prst="roundRect">
            <a:avLst>
              <a:gd name="adj" fmla="val 3429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54480" y="427024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sobre lo que entregó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960120" y="48463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Audité su trabajo ejecutando el código. Reportó “cero choques de cancha”: cierto, pero omitió 24 choques de equipo.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2200" y="3977640"/>
            <a:ext cx="5349240" cy="1600200"/>
          </a:xfrm>
          <a:prstGeom prst="roundRect">
            <a:avLst>
              <a:gd name="adj" fmla="val 3429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92240" y="4251960"/>
            <a:ext cx="457200" cy="45720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086600" y="427024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como invariantes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492240" y="48463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restricciones duras no se confían: se comprueban.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velocidad la da el agente. El criterio de qué construir y qué verificar, no.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Y LÍMITES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no construí, y por qué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1143000"/>
          </a:xfrm>
          <a:prstGeom prst="roundRect">
            <a:avLst>
              <a:gd name="adj" fmla="val 4800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0116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deploy, no microservicios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892040" y="201168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cabe en memoria: ~1.000 partidos se resuelven en menos de un segundo. Separar servicios sería complejidad sin problema que la justifique.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172968"/>
            <a:ext cx="10881360" cy="1143000"/>
          </a:xfrm>
          <a:prstGeom prst="roundRect">
            <a:avLst>
              <a:gd name="adj" fmla="val 4800"/>
            </a:avLst>
          </a:prstGeom>
          <a:solidFill>
            <a:srgbClr val="EAF0E7"/>
          </a:solidFill>
          <a:ln w="12700">
            <a:solidFill>
              <a:srgbClr val="EAF0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31012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propio, no una librería de solver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92040" y="3310128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explicar cómo decide vale más que un punto de optimalidad. Una caja negra no se puede defender.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471416"/>
            <a:ext cx="10881360" cy="1143000"/>
          </a:xfrm>
          <a:prstGeom prst="roundRect">
            <a:avLst>
              <a:gd name="adj" fmla="val 4800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608576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ascensos, descensos ni playoffs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92040" y="4608576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reglas de competencia, no de calendarización. Están fuera del problema que elegí resolver.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sí cambiaría de arquitectura: cuando la optimización del semestre completo pase de los 10 segundos, el solver sale del request y pasa a ser un job encolado.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3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07040" y="-1188720"/>
            <a:ext cx="3474720" cy="34747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5120640"/>
            <a:ext cx="2377440" cy="23774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FRASE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9326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problema de coordinación</a:t>
            </a:r>
            <a:endParaRPr lang="en-US" sz="34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se resuelve con criterio,</a:t>
            </a:r>
            <a:endParaRPr lang="en-US" sz="34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 más planillas.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3200400" cy="1371600"/>
          </a:xfrm>
          <a:prstGeom prst="roundRect">
            <a:avLst>
              <a:gd name="adj" fmla="val 4000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43159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46634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Vivido, no inventado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69080" y="4114800"/>
            <a:ext cx="3200400" cy="1371600"/>
          </a:xfrm>
          <a:prstGeom prst="roundRect">
            <a:avLst>
              <a:gd name="adj" fmla="val 4000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25112" y="43159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325112" y="46634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reales antes que código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498080" y="4114800"/>
            <a:ext cx="3200400" cy="1371600"/>
          </a:xfrm>
          <a:prstGeom prst="roundRect">
            <a:avLst>
              <a:gd name="adj" fmla="val 4000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54112" y="43159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54112" y="46634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 determinístico + IA donde corresponde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0080" y="5897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Scheduler de Torneos de Hockey - Caso Practico WhereX</dc:title>
  <dc:subject>PptxGenJS Presentation</dc:subject>
  <dc:creator>Francisco Pieper Caussade</dc:creator>
  <cp:lastModifiedBy>Francisco Pieper Caussade</cp:lastModifiedBy>
  <cp:revision>1</cp:revision>
  <dcterms:created xsi:type="dcterms:W3CDTF">2026-07-21T01:14:44Z</dcterms:created>
  <dcterms:modified xsi:type="dcterms:W3CDTF">2026-07-21T01:14:44Z</dcterms:modified>
</cp:coreProperties>
</file>