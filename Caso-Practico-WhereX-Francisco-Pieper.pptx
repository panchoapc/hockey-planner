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foco de estos 30 minutos es como abordé el problema y como lo resolví.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problema como problema real, no como anecdota de hobby. La credibilidad viene al final, en una linea.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Dimension: multiples personas con objetivos distintos. No la anuncio, la muestro.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Dimension: informacion incompleta o fragmentada.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Dimension: restricciones reales. Arranco por la localia porque es la que mas sorprende y la que mas restringe.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Dimension: evaluacion de alternativas no trivial. El calculo agregado engana; la localia concentra la demanda.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Dimension: deadlines especificos. Y ademas planta la semilla del problema de replanificacion.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de enfoque que pidio Francisco. Modelar la regla, no la excepcion.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Invariantes testeados vs funcion de puntaje. Es el corazon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 si preguntan por IA: decidi deliberadamente donde NO usarla.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pureza del motor es la decision arquitectonica que mas defiendo.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Reencuadre del producto: de planificador batch a asistente que mantiene el plan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'para quien es'. El criterio de division no son las funcionalidades, es la AUTORIDAD. Solo el organizador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ES la demo: corro el naive, se ve el desastre, corro el solver y se arregla, mismos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metrica de tiempo le importa al usuario; las otras son ingenieria.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como uso IA para desarrollar. El ejemplo del QA es concreto y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mas dice de mi criterio: distingo restriccion real de imaginaria y nombro el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circulo con la slide 'Nadie tiene la foto completa': ahi dije que la localia es conocimiento tacito que no esta escrito en ningun lado. Aca lo respondo. Esta es la propuesta profunda: no es que la IA acelera, es que el conocimiento deja de depender de una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663440"/>
            <a:ext cx="2743200" cy="2743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 · PRODUCT ENGINEER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juega, dónde y a qué hora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un torneo cuando las canchas son pocas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nadie tiene la información completa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Pieper Caussade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50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Coordinar un torneo no es llenar una planilla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campeonato semestral reparte un recurso escaso —las canchas— entre decenas de equipos que quieren cosas incompatibles, dentro de una ventana rígida de fin de semana. Hoy lo arma una persona, a mano.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~1.000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en un semestre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288036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compitiendo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las mismas canchas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0" y="288036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7532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con una planilla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sé porque juego: Club Sport Francés, Primera División. Este es el problema desde adentro.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QUIERE QUÉ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actores con objetivos incompatibles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60320" cy="3429000"/>
          </a:xfrm>
          <a:prstGeom prst="roundRect">
            <a:avLst>
              <a:gd name="adj" fmla="val 2143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3774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razonables.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jugar a las 8 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los mismos.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2560320" cy="3429000"/>
          </a:xfrm>
          <a:prstGeom prst="roundRect">
            <a:avLst>
              <a:gd name="adj" fmla="val 2143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Árbitros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por partido.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choques y sin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muertos.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2560320" cy="3429000"/>
          </a:xfrm>
          <a:prstGeom prst="roundRect">
            <a:avLst>
              <a:gd name="adj" fmla="val 2143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3774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37490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a todos sus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el mismo día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el mismo recinto.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840" y="2057400"/>
            <a:ext cx="2560320" cy="3429000"/>
          </a:xfrm>
          <a:prstGeom prst="roundRect">
            <a:avLst>
              <a:gd name="adj" fmla="val 2143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23774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0068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44000" y="37490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las canchas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cumplir compromisos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televisión.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todos quisieran lo mismo, sería una planilla. El conflicto entre ellos es el problema.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LA INFORMACIÓN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tiene la foto completa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2103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PDF de 29 páginas de la Federación: duraciones, formatos, plazos de cambio.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31089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WhatsApp en texto libre: “no podemos antes de las 11 el sábado”.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localía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41148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tácito de quien lleva años organizando. No está escrito en ningún lado.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imposibles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5120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y eventos masivos que alguien recuerda — o no.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tiene que juntar lo que hoy vive en cuatro lugares distintos, y en tres formatos distintos.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NADIE PUSO EN UN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Armar un calendario es fácil.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respete las reglas, no.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por una que parece obvia: un partido no se juega en cualquier cancha libre. Se juega en la del equipo local. Sport Francés contra PWCC no ocurre jamás en Manquehue.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localía manda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9044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recinto lo determina el equipo 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42900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por categoría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9044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 75 o 70 minutos según la edad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342900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árbitros por partido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39044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ninguno puede estar en dos a la vez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45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rígida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093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y domingo, 08:30 a 19:00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461772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745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Recintos con restricción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5093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canchas donde los varones no juegan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461772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745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imposibles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5093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grandes y eventos masivos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es difícil por separado. Todas juntas y al mismo tiempo, sí.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SE RESUELVE ORDENANDO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capacidad total alcanza.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cuellos de botella, no.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474720" cy="2560320"/>
          </a:xfrm>
          <a:prstGeom prst="roundRect">
            <a:avLst>
              <a:gd name="adj" fmla="val 2143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en un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400" y="2651760"/>
            <a:ext cx="3474720" cy="2560320"/>
          </a:xfrm>
          <a:prstGeom prst="roundRect">
            <a:avLst>
              <a:gd name="adj" fmla="val 2143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2628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canchas para varones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Santiago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46720" y="2651760"/>
            <a:ext cx="3474720" cy="2560320"/>
          </a:xfrm>
          <a:prstGeom prst="roundRect">
            <a:avLst>
              <a:gd name="adj" fmla="val 2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2960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cancha en Viña para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localía de 3 clubes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Sumado, sobra cancha. El problema es dónde y cuándo se concentra la demanda — y ahí decide el criterio, no la aritmética.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calendario tiene fecha de vencimiento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semestre completo se publica por adelantado. Nada de “hora a definir” para las fechas lejanas.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antes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horarios se congelan. Es regla de la Federación, no una preferencia.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2062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congelamiento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41148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exige acuerdo por correo de ambos clubes.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212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última fecha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partidos pendientes tienen que estar recuperados.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congelamiento es lo que hoy empuja los cambios de última hora a un martes por la noche.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la regla.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la excepción al usuario.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61488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61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6426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duras se garantizan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262432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optimizan ni se ponderan. Un calendario que las viola no sirve, por bien puntuado que esté.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950208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831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preferencias se maximizan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81304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razonables, equidad, agrupar por club. Se puntúan, no se imponen: a veces hay que ceder.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138928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38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5020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excepciones no se codifican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500176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Federación manda un partido al Estadio Nacional por TV. Eso es una acción explícita del usuario, no una regla del sistema.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Intentar codificar cada excepción es exactamente cómo estos sistemas se vuelven inmantenibles.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TRADUCE A UN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regla, dos tratamientos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530352" cy="530352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6" name="Text 4"/>
          <p:cNvSpPr/>
          <p:nvPr/>
        </p:nvSpPr>
        <p:spPr>
          <a:xfrm>
            <a:off x="1673352" y="2313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cumplen al 100%. Son invariantes: hay tests que lo comprueban.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partido va a la cancha de uno de los dos equipos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equipo, local en la mitad de sus partidos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equipo ni árbitro en dos partidos a la vez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9377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 feriados ni eventos masivos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53949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recuperaciones entre semana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286000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205472" y="2313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Blandas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se cumplen. Se maximizan con una función de puntaje.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fáciles de recordar: 13:00, 13:30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023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los horarios malos entre todos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sábado, alternando géneros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en las primeras horas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3949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los equipos de un mismo club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DISEÑO MÁS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dejo que el modelo de lenguaje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arme el calendario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 garantiza restricciones duras: puede poner dos partidos en la misma cancha a la misma hora y sonar convincente al explicarlo. Así que separé responsabilidades.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determinístico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409651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los partidos.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factibilidad.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testeable y reproducible.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exige determinismo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3832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LLM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409651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mensajes de WhatsApp.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qué un equipo quedó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hora determinada.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exige lenguaje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es la superficie. El solver es la garantía. Usar IA con criterio es saber dónde NO usarla.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7627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torneo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Fixture, recintos, árbitros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45643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por WhatsApp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736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512064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Feriados, eventos, TV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3566160"/>
            <a:ext cx="457200" cy="31089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297180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313639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LLM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58768" y="3520440"/>
            <a:ext cx="1883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texto libre a restricciones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457200" cy="31089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65176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81635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scheduling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3200400"/>
            <a:ext cx="22494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TS puro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búsqueda local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puntaje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9720" y="3566160"/>
            <a:ext cx="457200" cy="31089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93808" y="217627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93808" y="256032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 × hora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84080" y="329184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4564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93808" y="384048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dónde se puede mover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84080" y="457200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93808" y="47365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93808" y="512064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quedó así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no sabe que existe la web: es un módulo TypeScript puro, sin dependencias de framework. Se testea aislado y se mueve a otro runtime sin tocarlo.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DE VERDAD DUELE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 es lo fácil.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Replanificar es lo difícil.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inicial se arma una vez, sin apuro. Pero después se mueve: un equipo pide cambio, llueve, un árbitro se cae. Cada cambio puede romper todo lo demás.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preguntan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409651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“¿Podemos mover el partido del sábado?”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“Nos quedamos sin árbitro, ¿qué opciones hay?”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“¿Por qué nos tocó a las 8:30?”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entiende la pregunta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3832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responder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409651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alternativas son legales,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es la mejor, y qué se rompe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elige cada una.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solver garantiza la respuesta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no está en armar el calendario. Está en mantenerlo válido cuando la realidad lo golpea.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pueden pedir. Uno decide.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Organizador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calendario, evalúa las alternativas y aprueba los cambios.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Envían su disponibilidad en lenguaje natural y piden cambios de horario.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Jugadores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 cuándo y dónde juegan. Nada más, y no necesitan nada más.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traduce en los dos extremos: entiende lo que los clubes escriben y explica lo que el sistema decidió. La autoridad no se delega nunca.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 primero la versión tonta, a propósito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scheduler que solo evita chocar canchas. Sirve de punto de comparación honesto: sin él, no hay forma de saber si optimizar aporta algo.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88920"/>
            <a:ext cx="530352" cy="530352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optimizar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citados a dos partidos a la vez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Árbitros duplicados en el mismo horario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en recintos que no son de nadie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48006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apretado en el mismo día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Técnicamente válido. Humanamente inservible.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788920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205472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solver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de 184 partidos agendados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violaciones de reglas duras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4343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horarios razonables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48006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D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explicable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 32 tests automatizados.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SÉ SI SIRVE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partidos con hora concreta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“hora a definir”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860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violaciones de reglas duras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319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 tests, no afirmado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062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→ milisegundos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960120" y="4892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armado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239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más tangible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062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varianza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492240" y="4892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horarios malos por equipo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5239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medible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de armado le importa al organizador. Las otras tres me importan a mí.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Dirigí al agente. No le delegué el criterio.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27632" y="2578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antes que código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3182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el plan completo —alcance, restricciones, arquitectura— antes de generar una línea.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59752" y="2578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 explícitos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92240" y="3182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instrucción dice también qué NO construir. Sin eso, se dispersa.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3434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27632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sobre lo que entregó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0120" y="4965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Audité ejecutando el código. Reportó “cero choques de cancha”: cierto, pero omitió 24 choques de equipo.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434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9752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como invariantes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92240" y="4965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duras no se confían: se comprueban.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la da el agente. El criterio de qué construir y qué verificar, no.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LÍMITES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construí, y por qué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deploy, no microservicios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83480" y="21945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cabe en memoria: el semestre completo se resuelve en 180 milisegundos. Separar servicios sería complejidad sin problema que la justifique.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EAF0E7"/>
          </a:solidFill>
          <a:ln w="12700">
            <a:solidFill>
              <a:srgbClr val="EAF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propio, no una librería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explicar cómo decide vale más que un punto de optimalidad. Una caja negra no se puede defender.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46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ascensos, descensos ni playoffs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4846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reglas de competencia, no de calendarización. Fuera del problema que elegí resolver.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sí cambiaría de arquitectura: cuando la optimización supere los 10 segundos, el solver sale del request y pasa a ser un job encolado.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474720" cy="34747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REALMENTE CAMBIA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hoy vive en la cabeza</a:t>
            </a:r>
            <a:endParaRPr lang="en-US" sz="35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persona queda escrito,</a:t>
            </a:r>
            <a:endParaRPr lang="en-US" sz="35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testeado y explicable.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4736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Dejaron de ser tácitas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69080" y="416052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25112" y="4736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Dejaron de ser opacas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416052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1F3D22"/>
          </a:solidFill>
          <a:ln w="12700">
            <a:solidFill>
              <a:srgbClr val="1F3D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autoridad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54112" y="4736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humana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Scheduler de Torneos de Hockey - Caso Practico WhereX</dc:title>
  <dc:subject>PptxGenJS Presentation</dc:subject>
  <dc:creator>Francisco Pieper Caussade</dc:creator>
  <cp:lastModifiedBy>Francisco Pieper Caussade</cp:lastModifiedBy>
  <cp:revision>1</cp:revision>
  <dcterms:created xsi:type="dcterms:W3CDTF">2026-07-21T04:05:55Z</dcterms:created>
  <dcterms:modified xsi:type="dcterms:W3CDTF">2026-07-21T04:05:55Z</dcterms:modified>
</cp:coreProperties>
</file>